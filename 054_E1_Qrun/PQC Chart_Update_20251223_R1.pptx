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5"/>
    <p:sldId id="266" r:id="rId6"/>
    <p:sldId id="267" r:id="rId7"/>
    <p:sldId id="258" r:id="rId8"/>
  </p:sldIdLst>
  <p:sldSz cx="12188825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5">
          <p15:clr>
            <a:srgbClr val="A4A3A4"/>
          </p15:clr>
        </p15:guide>
        <p15:guide id="2" orient="horz" pos="4261">
          <p15:clr>
            <a:srgbClr val="A4A3A4"/>
          </p15:clr>
        </p15:guide>
        <p15:guide id="3" orient="horz" pos="777">
          <p15:clr>
            <a:srgbClr val="A4A3A4"/>
          </p15:clr>
        </p15:guide>
        <p15:guide id="4" pos="3803">
          <p15:clr>
            <a:srgbClr val="A4A3A4"/>
          </p15:clr>
        </p15:guide>
        <p15:guide id="5" pos="268">
          <p15:clr>
            <a:srgbClr val="A4A3A4"/>
          </p15:clr>
        </p15:guide>
        <p15:guide id="6" pos="35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CC"/>
    <a:srgbClr val="252426"/>
    <a:srgbClr val="323133"/>
    <a:srgbClr val="000000"/>
    <a:srgbClr val="7F7F7F"/>
    <a:srgbClr val="F69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>
        <p:guide orient="horz" pos="515"/>
        <p:guide orient="horz" pos="4261"/>
        <p:guide orient="horz" pos="777"/>
        <p:guide pos="3803"/>
        <p:guide pos="268"/>
        <p:guide pos="35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772" y="6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C3303-E297-C649-AD7D-693ED49D97FF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D24C7-1DB8-CC4B-B3D0-93259D5DD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018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1D539-76DB-AA4A-97D2-2D4603177033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39775"/>
            <a:ext cx="65738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ACB43-BB30-F94D-835F-958E8B04B0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583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204" y="2157217"/>
            <a:ext cx="8585741" cy="1186347"/>
          </a:xfrm>
        </p:spPr>
        <p:txBody>
          <a:bodyPr lIns="0" rIns="0" anchor="b">
            <a:noAutofit/>
          </a:bodyPr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5204" y="3458962"/>
            <a:ext cx="6699895" cy="911790"/>
          </a:xfrm>
        </p:spPr>
        <p:txBody>
          <a:bodyPr vert="horz" lIns="0" tIns="45720" rIns="0" bIns="45720" rtlCol="0" anchor="t">
            <a:noAutofit/>
          </a:bodyPr>
          <a:lstStyle>
            <a:lvl1pPr marL="0" indent="0">
              <a:buNone/>
              <a:defRPr lang="en-US" sz="240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7" name="Content Placeholder 15"/>
          <p:cNvSpPr>
            <a:spLocks noGrp="1"/>
          </p:cNvSpPr>
          <p:nvPr>
            <p:ph sz="quarter" idx="10" hasCustomPrompt="1"/>
          </p:nvPr>
        </p:nvSpPr>
        <p:spPr>
          <a:xfrm>
            <a:off x="595204" y="5043414"/>
            <a:ext cx="3345338" cy="914400"/>
          </a:xfrm>
        </p:spPr>
        <p:txBody>
          <a:bodyPr/>
          <a:lstStyle>
            <a:lvl1pPr marL="0" indent="0">
              <a:buNone/>
              <a:defRPr sz="1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3" name="Rectangle 12"/>
          <p:cNvSpPr/>
          <p:nvPr userDrawn="1"/>
        </p:nvSpPr>
        <p:spPr>
          <a:xfrm rot="18921152">
            <a:off x="5234817" y="3847491"/>
            <a:ext cx="7164430" cy="94458"/>
          </a:xfrm>
          <a:prstGeom prst="rect">
            <a:avLst/>
          </a:prstGeom>
          <a:gradFill flip="none" rotWithShape="1">
            <a:gsLst>
              <a:gs pos="100000">
                <a:schemeClr val="accent3"/>
              </a:gs>
              <a:gs pos="0">
                <a:schemeClr val="accent1"/>
              </a:gs>
              <a:gs pos="55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13" y="459130"/>
            <a:ext cx="2560320" cy="51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5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93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15" y="1148021"/>
            <a:ext cx="7753812" cy="2201667"/>
          </a:xfrm>
        </p:spPr>
        <p:txBody>
          <a:bodyPr anchor="b"/>
          <a:lstStyle>
            <a:lvl1pPr algn="l">
              <a:defRPr sz="3600" b="1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13" y="459130"/>
            <a:ext cx="2560320" cy="51816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 rot="18921152">
            <a:off x="5234817" y="3847491"/>
            <a:ext cx="7164430" cy="94458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6"/>
              </a:gs>
              <a:gs pos="58000">
                <a:schemeClr val="accent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6765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13" y="457200"/>
            <a:ext cx="2563220" cy="51874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 rot="18921152">
            <a:off x="5234817" y="3847491"/>
            <a:ext cx="7164430" cy="94458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6"/>
              </a:gs>
              <a:gs pos="58000">
                <a:schemeClr val="accent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4614" y="1148020"/>
            <a:ext cx="7753812" cy="2201667"/>
          </a:xfrm>
        </p:spPr>
        <p:txBody>
          <a:bodyPr anchor="b"/>
          <a:lstStyle>
            <a:lvl1pPr algn="l">
              <a:defRPr sz="3600" b="1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3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429" y="1384832"/>
            <a:ext cx="8203968" cy="1608626"/>
          </a:xfrm>
        </p:spPr>
        <p:txBody>
          <a:bodyPr anchor="b"/>
          <a:lstStyle>
            <a:lvl1pPr algn="ctr">
              <a:defRPr sz="4800" b="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129" y="5010974"/>
            <a:ext cx="2056566" cy="41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52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340" y="1223964"/>
            <a:ext cx="5383398" cy="452596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600">
                <a:solidFill>
                  <a:srgbClr val="000000"/>
                </a:solidFill>
              </a:defRPr>
            </a:lvl3pPr>
            <a:lvl4pPr>
              <a:defRPr sz="1400">
                <a:solidFill>
                  <a:srgbClr val="000000"/>
                </a:solidFill>
              </a:defRPr>
            </a:lvl4pPr>
            <a:lvl5pPr>
              <a:defRPr sz="14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04280" y="1216669"/>
            <a:ext cx="5383398" cy="452596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600">
                <a:solidFill>
                  <a:srgbClr val="000000"/>
                </a:solidFill>
              </a:defRPr>
            </a:lvl3pPr>
            <a:lvl4pPr>
              <a:defRPr sz="1400">
                <a:solidFill>
                  <a:srgbClr val="000000"/>
                </a:solidFill>
              </a:defRPr>
            </a:lvl4pPr>
            <a:lvl5pPr>
              <a:defRPr sz="14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312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2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340" y="1223964"/>
            <a:ext cx="5161205" cy="4525963"/>
          </a:xfrm>
        </p:spPr>
        <p:txBody>
          <a:bodyPr/>
          <a:lstStyle>
            <a:lvl1pPr marL="0" indent="0">
              <a:buNone/>
              <a:defRPr sz="18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FFFFFF"/>
                </a:solidFill>
              </a:defRPr>
            </a:lvl2pPr>
            <a:lvl3pPr>
              <a:defRPr sz="1400">
                <a:solidFill>
                  <a:srgbClr val="FFFFFF"/>
                </a:solidFill>
              </a:defRPr>
            </a:lvl3pPr>
            <a:lvl4pPr>
              <a:defRPr sz="1400">
                <a:solidFill>
                  <a:srgbClr val="FFFFFF"/>
                </a:solidFill>
              </a:defRPr>
            </a:lvl4pPr>
            <a:lvl5pPr>
              <a:defRPr sz="14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2"/>
          </p:nvPr>
        </p:nvSpPr>
        <p:spPr>
          <a:xfrm>
            <a:off x="6037278" y="1223964"/>
            <a:ext cx="5387461" cy="4525543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US" altLang="ja-JP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26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graph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2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340" y="1233489"/>
            <a:ext cx="5161205" cy="4525963"/>
          </a:xfrm>
        </p:spPr>
        <p:txBody>
          <a:bodyPr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FFFFFF"/>
                </a:solidFill>
              </a:defRPr>
            </a:lvl2pPr>
            <a:lvl3pPr>
              <a:defRPr sz="1400">
                <a:solidFill>
                  <a:srgbClr val="FFFFFF"/>
                </a:solidFill>
              </a:defRPr>
            </a:lvl3pPr>
            <a:lvl4pPr>
              <a:defRPr sz="1400">
                <a:solidFill>
                  <a:srgbClr val="FFFFFF"/>
                </a:solidFill>
              </a:defRPr>
            </a:lvl4pPr>
            <a:lvl5pPr>
              <a:defRPr sz="14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2"/>
          </p:nvPr>
        </p:nvSpPr>
        <p:spPr>
          <a:xfrm>
            <a:off x="6037278" y="1233488"/>
            <a:ext cx="5387461" cy="2738868"/>
          </a:xfrm>
        </p:spPr>
        <p:txBody>
          <a:bodyPr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r>
              <a:rPr lang="en-US" altLang="ja-JP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41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with 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2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7278" y="1234775"/>
            <a:ext cx="5192082" cy="4525963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87387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113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93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90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16" y="6475974"/>
            <a:ext cx="1101727" cy="22296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564" y="-1"/>
            <a:ext cx="10969943" cy="817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340" y="1228727"/>
            <a:ext cx="10969943" cy="45259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60608" y="6550223"/>
            <a:ext cx="553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bg2">
                    <a:lumMod val="50000"/>
                  </a:schemeClr>
                </a:solidFill>
              </a:rPr>
              <a:t>© 2025 Lumentum Operations LLC   |   LUMENTUM CONFIDENTIAL AND PROPRIETARY INFORMATION        </a:t>
            </a:r>
            <a:fld id="{7A7EC7F9-14E3-43A2-A7EC-FDF3211A82AD}" type="slidenum">
              <a:rPr lang="en-US" sz="800" smtClean="0">
                <a:solidFill>
                  <a:schemeClr val="bg2">
                    <a:lumMod val="50000"/>
                  </a:schemeClr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600" dirty="0">
              <a:solidFill>
                <a:schemeClr val="bg2">
                  <a:lumMod val="50000"/>
                </a:schemeClr>
              </a:solidFill>
            </a:endParaRPr>
          </a:p>
          <a:p>
            <a:pPr algn="r"/>
            <a:endParaRPr lang="en-US" sz="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3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0" r:id="rId2"/>
    <p:sldLayoutId id="2147483665" r:id="rId3"/>
    <p:sldLayoutId id="2147483666" r:id="rId4"/>
    <p:sldLayoutId id="2147483658" r:id="rId5"/>
    <p:sldLayoutId id="2147483652" r:id="rId6"/>
    <p:sldLayoutId id="2147483662" r:id="rId7"/>
    <p:sldLayoutId id="2147483661" r:id="rId8"/>
    <p:sldLayoutId id="2147483660" r:id="rId9"/>
    <p:sldLayoutId id="2147483654" r:id="rId10"/>
    <p:sldLayoutId id="2147483655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600" b="1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457200" rtl="0" eaLnBrk="1" latinLnBrk="0" hangingPunct="1">
        <a:spcBef>
          <a:spcPts val="0"/>
        </a:spcBef>
        <a:buFont typeface="Wingdings" panose="05000000000000000000" pitchFamily="2" charset="2"/>
        <a:buChar char="§"/>
        <a:defRPr kumimoji="1"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12763" indent="-223838" algn="l" defTabSz="457200" rtl="0" eaLnBrk="1" latinLnBrk="0" hangingPunct="1">
        <a:spcBef>
          <a:spcPts val="0"/>
        </a:spcBef>
        <a:buFont typeface="Arial"/>
        <a:buChar char="–"/>
        <a:defRPr kumimoji="1"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687388" indent="-227013" algn="l" defTabSz="457200" rtl="0" eaLnBrk="1" latinLnBrk="0" hangingPunct="1">
        <a:spcBef>
          <a:spcPts val="0"/>
        </a:spcBef>
        <a:buFont typeface="Arial"/>
        <a:buChar char="•"/>
        <a:defRPr kumimoji="1"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914400" indent="-227013" algn="l" defTabSz="457200" rtl="0" eaLnBrk="1" latinLnBrk="0" hangingPunct="1">
        <a:spcBef>
          <a:spcPts val="0"/>
        </a:spcBef>
        <a:buFont typeface="Arial"/>
        <a:buChar char="–"/>
        <a:defRPr kumimoji="1"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1141413" indent="-227013" algn="l" defTabSz="457200" rtl="0" eaLnBrk="1" latinLnBrk="0" hangingPunct="1">
        <a:spcBef>
          <a:spcPts val="0"/>
        </a:spcBef>
        <a:buFont typeface="Arial"/>
        <a:buChar char="•"/>
        <a:defRPr kumimoji="1"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05464" y="2027095"/>
            <a:ext cx="8527016" cy="891559"/>
          </a:xfrm>
        </p:spPr>
        <p:txBody>
          <a:bodyPr/>
          <a:lstStyle/>
          <a:p>
            <a:r>
              <a:rPr lang="en-US" altLang="ja-JP" dirty="0">
                <a:solidFill>
                  <a:schemeClr val="tx1"/>
                </a:solidFill>
              </a:rPr>
              <a:t>Request regarding PQC Chart</a:t>
            </a:r>
            <a:r>
              <a:rPr lang="ja-JP" altLang="en-US" dirty="0">
                <a:solidFill>
                  <a:schemeClr val="tx1"/>
                </a:solidFill>
              </a:rPr>
              <a:t> </a:t>
            </a:r>
            <a:r>
              <a:rPr lang="en-US" altLang="ja-JP" dirty="0">
                <a:solidFill>
                  <a:schemeClr val="tx1"/>
                </a:solidFill>
              </a:rPr>
              <a:t>Update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4765935" y="4508576"/>
            <a:ext cx="2609650" cy="891559"/>
          </a:xfrm>
        </p:spPr>
        <p:txBody>
          <a:bodyPr/>
          <a:lstStyle/>
          <a:p>
            <a:r>
              <a:rPr lang="en-US" dirty="0"/>
              <a:t>23</a:t>
            </a:r>
            <a:r>
              <a:rPr lang="en-US" baseline="30000" dirty="0"/>
              <a:t>rd</a:t>
            </a:r>
            <a:r>
              <a:rPr lang="en-US" dirty="0"/>
              <a:t> Dec 2025</a:t>
            </a:r>
          </a:p>
          <a:p>
            <a:r>
              <a:rPr lang="en-US" dirty="0"/>
              <a:t>SAG PQC </a:t>
            </a:r>
            <a:r>
              <a:rPr lang="en-US" altLang="ja-JP" dirty="0"/>
              <a:t>Taskforce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3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6E9413-8D44-736E-5B73-62E603DEFD90}"/>
              </a:ext>
            </a:extLst>
          </p:cNvPr>
          <p:cNvSpPr txBox="1"/>
          <p:nvPr/>
        </p:nvSpPr>
        <p:spPr>
          <a:xfrm>
            <a:off x="877641" y="863909"/>
            <a:ext cx="963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Recently, it appears that the data in the PQC charts has not been updated to the latest version.</a:t>
            </a:r>
            <a:br>
              <a:rPr lang="en-US" altLang="ja-JP" dirty="0"/>
            </a:br>
            <a:r>
              <a:rPr lang="en-US" altLang="ja-JP" dirty="0"/>
              <a:t>There are no errors shown in the Python code, but the latest data has not been updated in </a:t>
            </a:r>
            <a:r>
              <a:rPr lang="en-US" altLang="ja-JP" dirty="0" err="1"/>
              <a:t>KTDS.Could</a:t>
            </a:r>
            <a:r>
              <a:rPr lang="en-US" altLang="ja-JP" dirty="0"/>
              <a:t> you please help resolve this </a:t>
            </a:r>
            <a:r>
              <a:rPr lang="en-US" altLang="ja-JP" dirty="0" err="1"/>
              <a:t>issue?Thank</a:t>
            </a:r>
            <a:r>
              <a:rPr lang="en-US" altLang="ja-JP" dirty="0"/>
              <a:t> you for your cooperation.</a:t>
            </a:r>
            <a:endParaRPr kumimoji="1" lang="ja-JP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D65E54-1799-E822-8E9A-FAA2A335FE3D}"/>
              </a:ext>
            </a:extLst>
          </p:cNvPr>
          <p:cNvSpPr txBox="1"/>
          <p:nvPr/>
        </p:nvSpPr>
        <p:spPr>
          <a:xfrm>
            <a:off x="540775" y="350893"/>
            <a:ext cx="4557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A. </a:t>
            </a:r>
            <a:r>
              <a:rPr lang="en-US" altLang="ja-JP" dirty="0"/>
              <a:t>Regarding the Update of the PQC Chart</a:t>
            </a:r>
            <a:endParaRPr kumimoji="1" lang="ja-JP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221F7-E83E-234C-D2F3-DA24D9AD58A7}"/>
              </a:ext>
            </a:extLst>
          </p:cNvPr>
          <p:cNvSpPr txBox="1"/>
          <p:nvPr/>
        </p:nvSpPr>
        <p:spPr>
          <a:xfrm>
            <a:off x="868956" y="2227536"/>
            <a:ext cx="713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For Example</a:t>
            </a:r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Latest KTDS HL13B8(GRATING_EB-Duty) Information (as of Dec 22nd).</a:t>
            </a:r>
            <a:endParaRPr kumimoji="1" lang="ja-JP" alt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2053C-0422-3441-3022-562AD1CAE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41" y="2856134"/>
            <a:ext cx="8586667" cy="27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973DDC6-C582-FF87-0869-D2D51C00DC7A}"/>
              </a:ext>
            </a:extLst>
          </p:cNvPr>
          <p:cNvSpPr/>
          <p:nvPr/>
        </p:nvSpPr>
        <p:spPr>
          <a:xfrm>
            <a:off x="4930630" y="4033361"/>
            <a:ext cx="758971" cy="230908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0EA54D-CA6F-9CC7-8033-9E3F77702147}"/>
              </a:ext>
            </a:extLst>
          </p:cNvPr>
          <p:cNvSpPr/>
          <p:nvPr/>
        </p:nvSpPr>
        <p:spPr>
          <a:xfrm>
            <a:off x="4990668" y="5349541"/>
            <a:ext cx="985259" cy="230908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7080B7-2630-324E-A062-6E7187B0CBA1}"/>
              </a:ext>
            </a:extLst>
          </p:cNvPr>
          <p:cNvSpPr txBox="1"/>
          <p:nvPr/>
        </p:nvSpPr>
        <p:spPr>
          <a:xfrm>
            <a:off x="900732" y="5750462"/>
            <a:ext cx="10173667" cy="33855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・</a:t>
            </a:r>
            <a:r>
              <a:rPr lang="en-US" altLang="ja-JP" sz="1600" dirty="0"/>
              <a:t>The source manufacturing file contains data up to December 21, but KTDS only has data up to December 15.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7988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8C17AE-1E70-E309-1EA7-F1F7C85630C5}"/>
              </a:ext>
            </a:extLst>
          </p:cNvPr>
          <p:cNvSpPr txBox="1"/>
          <p:nvPr/>
        </p:nvSpPr>
        <p:spPr>
          <a:xfrm>
            <a:off x="425564" y="1025059"/>
            <a:ext cx="7673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\\li.lumentuminc.net\data\SAG\TDS\Data\Files to Insert</a:t>
            </a:r>
            <a:endParaRPr lang="ja-JP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5E296-C3EF-D529-2BE3-D0093F73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701" b="65610"/>
          <a:stretch/>
        </p:blipFill>
        <p:spPr>
          <a:xfrm>
            <a:off x="627093" y="1394391"/>
            <a:ext cx="7471611" cy="2253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Bent-Up 7">
            <a:extLst>
              <a:ext uri="{FF2B5EF4-FFF2-40B4-BE49-F238E27FC236}">
                <a16:creationId xmlns:a16="http://schemas.microsoft.com/office/drawing/2014/main" id="{CFA28521-7209-AD46-581B-650C4DB6E4E2}"/>
              </a:ext>
            </a:extLst>
          </p:cNvPr>
          <p:cNvSpPr/>
          <p:nvPr/>
        </p:nvSpPr>
        <p:spPr>
          <a:xfrm rot="5400000">
            <a:off x="2615381" y="3952568"/>
            <a:ext cx="678426" cy="599768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1C0A7E-D517-9C68-C6EB-0728EF0412F9}"/>
              </a:ext>
            </a:extLst>
          </p:cNvPr>
          <p:cNvSpPr txBox="1"/>
          <p:nvPr/>
        </p:nvSpPr>
        <p:spPr>
          <a:xfrm>
            <a:off x="3254477" y="4178708"/>
            <a:ext cx="8229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dirty="0"/>
              <a:t>We confirmed that collected data by </a:t>
            </a:r>
            <a:r>
              <a:rPr kumimoji="1" lang="en-US" altLang="ja-JP" dirty="0" err="1"/>
              <a:t>pycode</a:t>
            </a:r>
            <a:r>
              <a:rPr kumimoji="1" lang="en-US" altLang="ja-JP" dirty="0"/>
              <a:t> has been gathered into the Box.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dirty="0"/>
              <a:t>The transformation from this xml folder to K-TDS, looks not well.</a:t>
            </a:r>
          </a:p>
          <a:p>
            <a:r>
              <a:rPr kumimoji="1" lang="en-US" altLang="ja-JP" dirty="0"/>
              <a:t>     -&gt; Please check the system.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654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2056987"/>
      </p:ext>
    </p:extLst>
  </p:cSld>
  <p:clrMapOvr>
    <a:masterClrMapping/>
  </p:clrMapOvr>
</p:sld>
</file>

<file path=ppt/theme/theme1.xml><?xml version="1.0" encoding="utf-8"?>
<a:theme xmlns:a="http://schemas.openxmlformats.org/drawingml/2006/main" name="Lumentum_red_wide">
  <a:themeElements>
    <a:clrScheme name="Lumentum Palette">
      <a:dk1>
        <a:srgbClr val="252426"/>
      </a:dk1>
      <a:lt1>
        <a:sysClr val="window" lastClr="FFFFFF"/>
      </a:lt1>
      <a:dk2>
        <a:srgbClr val="323133"/>
      </a:dk2>
      <a:lt2>
        <a:srgbClr val="D1D3D4"/>
      </a:lt2>
      <a:accent1>
        <a:srgbClr val="1960AE"/>
      </a:accent1>
      <a:accent2>
        <a:srgbClr val="35AB39"/>
      </a:accent2>
      <a:accent3>
        <a:srgbClr val="B3D126"/>
      </a:accent3>
      <a:accent4>
        <a:srgbClr val="F9A132"/>
      </a:accent4>
      <a:accent5>
        <a:srgbClr val="F36C21"/>
      </a:accent5>
      <a:accent6>
        <a:srgbClr val="C91589"/>
      </a:accent6>
      <a:hlink>
        <a:srgbClr val="1960AE"/>
      </a:hlink>
      <a:folHlink>
        <a:srgbClr val="6C147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12700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umentum-template-2025_16x9.potx" id="{F75BF070-85B0-4C63-B6E8-CF9634958C14}" vid="{FDD78992-82A8-4176-B4E7-B6899D7A96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TemplateUrl xmlns="http://schemas.microsoft.com/sharepoint/v3" xsi:nil="true"/>
    <ShowRepairView xmlns="http://schemas.microsoft.com/sharepoint/v3" xsi:nil="true"/>
    <xd_ProgID xmlns="http://schemas.microsoft.com/sharepoint/v3" xsi:nil="true"/>
    <ShowCombineView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72BB65B16880764583C46BBB3F0AAEC8" ma:contentTypeVersion="5" ma:contentTypeDescription="Fill out this form." ma:contentTypeScope="" ma:versionID="ffc22f734ed315d75f611abb490c8353">
  <xsd:schema xmlns:xsd="http://www.w3.org/2001/XMLSchema" xmlns:xs="http://www.w3.org/2001/XMLSchema" xmlns:p="http://schemas.microsoft.com/office/2006/metadata/properties" xmlns:ns1="http://schemas.microsoft.com/sharepoint/v3" xmlns:ns2="2f79908b-d910-490b-a9fc-83f0d4bf94ad" targetNamespace="http://schemas.microsoft.com/office/2006/metadata/properties" ma:root="true" ma:fieldsID="8d7ea20b107438e35a6b09e1634a17e9" ns1:_="" ns2:_="">
    <xsd:import namespace="http://schemas.microsoft.com/sharepoint/v3"/>
    <xsd:import namespace="2f79908b-d910-490b-a9fc-83f0d4bf94ad"/>
    <xsd:element name="properties">
      <xsd:complexType>
        <xsd:sequence>
          <xsd:element name="documentManagement">
            <xsd:complexType>
              <xsd:all>
                <xsd:element ref="ns1:ShowRepairView" minOccurs="0"/>
                <xsd:element ref="ns1:TemplateUrl" minOccurs="0"/>
                <xsd:element ref="ns1:xd_ProgID" minOccurs="0"/>
                <xsd:element ref="ns1:ShowCombineView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RepairView" ma:index="2" nillable="true" ma:displayName="Show Repair View" ma:hidden="true" ma:internalName="ShowRepairView">
      <xsd:simpleType>
        <xsd:restriction base="dms:Text"/>
      </xsd:simpleType>
    </xsd:element>
    <xsd:element name="TemplateUrl" ma:index="3" nillable="true" ma:displayName="Template Link" ma:hidden="true" ma:internalName="TemplateUrl">
      <xsd:simpleType>
        <xsd:restriction base="dms:Text"/>
      </xsd:simpleType>
    </xsd:element>
    <xsd:element name="xd_ProgID" ma:index="4" nillable="true" ma:displayName="HTML File Link" ma:hidden="true" ma:internalName="xd_ProgID">
      <xsd:simpleType>
        <xsd:restriction base="dms:Text"/>
      </xsd:simpleType>
    </xsd:element>
    <xsd:element name="ShowCombineView" ma:index="6" nillable="true" ma:displayName="Show Combine View" ma:hidden="true" ma:internalName="ShowCombineView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79908b-d910-490b-a9fc-83f0d4bf94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7F995B-20D0-4A08-838D-B98909990B15}">
  <ds:schemaRefs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f79908b-d910-490b-a9fc-83f0d4bf94ad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73018C4-A4A1-44B1-9768-41F858C9E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f79908b-d910-490b-a9fc-83f0d4bf94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91AD17-0CE6-4533-9CCF-A627B4399C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464</TotalTime>
  <Words>171</Words>
  <Application>Microsoft Office PowerPoint</Application>
  <PresentationFormat>Custom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Lumentum_red_wide</vt:lpstr>
      <vt:lpstr>Request regarding PQC Chart Update</vt:lpstr>
      <vt:lpstr>PowerPoint Presentation</vt:lpstr>
      <vt:lpstr>PowerPoint Presentation</vt:lpstr>
      <vt:lpstr>Thank you</vt:lpstr>
    </vt:vector>
  </TitlesOfParts>
  <Company>Lumentum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Sadayuki Takeda</dc:creator>
  <cp:lastModifiedBy>Sadayuki Takeda</cp:lastModifiedBy>
  <cp:revision>34</cp:revision>
  <cp:lastPrinted>2025-10-29T05:39:24Z</cp:lastPrinted>
  <dcterms:created xsi:type="dcterms:W3CDTF">2025-08-04T05:04:22Z</dcterms:created>
  <dcterms:modified xsi:type="dcterms:W3CDTF">2025-12-23T02:58:01Z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0x0101010072BB65B16880764583C46BBB3F0AAEC8</vt:lpwstr>
  </property>
</Properties>
</file>